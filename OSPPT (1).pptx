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74" r:id="rId10"/>
    <p:sldId id="265" r:id="rId11"/>
    <p:sldId id="268" r:id="rId12"/>
    <p:sldId id="264" r:id="rId13"/>
    <p:sldId id="266" r:id="rId14"/>
    <p:sldId id="269" r:id="rId15"/>
    <p:sldId id="267" r:id="rId16"/>
    <p:sldId id="270" r:id="rId17"/>
    <p:sldId id="273" r:id="rId18"/>
    <p:sldId id="272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BFD6-2964-6609-BE15-1C8413316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3C0CC-576B-956B-3103-C1A0AF85E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8259-6C7E-E2F5-C9C7-24815935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3540D-8A2D-9D50-70F4-A5776A03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B038C-15EA-1FB2-BBB1-C08F1D74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17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A6F2-659F-9C42-F1FF-D966E8A1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EA3FD-A25A-0F50-C2AD-E1E611437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8AD49-01F4-0FCB-D1DB-1636CFFD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BB6D2-3B64-3BF2-F911-F309CCBD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25BF4-8F53-AB83-1B69-F8F672C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04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E80A-E097-935F-4573-0B4DBDB1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C9D71-5B18-9503-EE36-3EB90EFD2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09BD9-6E79-D1BE-2F59-4E5EF111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562EC-2CB1-5639-6AB1-3C45D331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F5E0E-1BE0-9BB2-9C9B-0FEA4028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03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3F39-3432-57EE-E279-15DAC176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FD61A-B448-F103-6892-EC621B547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40B03-8E3F-00F9-3ED2-D15E4F831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EE5CA-B159-1A8E-D9BE-9A8AF65B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8045-4641-CF07-8454-4C228EF7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7DD7B-A41D-E703-E870-6BF644C9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7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C082-C1D4-B94B-2752-F269714F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3F658-0670-CCDC-5917-6B1C00A7D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D5B0D-78C2-CD8C-5DAD-C15979F2B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64BB2-C1D0-0F3A-9243-D95A2EE92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D78D1C-EF2F-4AE7-E1E0-E6BB18C104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2F76F-FEE6-17EA-A21A-FD049063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CC9A6-5065-BA17-CCFB-65BA5882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09EC4-7981-010C-37C6-540DD732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67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5663-8AEB-254E-DF2B-8163C5CC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3D310-1E92-2EE5-9534-3DCB1AF2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AB625-D66F-9ED3-5118-F5D61F33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BFFD2-F766-6537-FF2A-00B48A01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57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3A594-5117-ED54-FF49-D7655651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CD4BA-08A3-6572-65F8-364BA174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DCEFD-4D4D-ACE9-08D3-F012E30B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32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23FA-64CC-A55A-794C-7C307C6B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ADDE6-DF40-845D-5A03-0BEDEF683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74A3F-9C3E-04EB-97DF-8CF01EF5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C7D88-4DFF-4970-D017-87717196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4F7C6-F126-8FB7-72BA-44BAB4F1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625CB-2BED-7A2D-4846-CC477206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1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7652-0885-5C98-8BCB-75FC07E4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15014-8C2B-4797-22CB-067F7CB093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B370F-A8F2-A1E7-A5C4-858812AB8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F0DC7-4BF6-0573-249C-73737C35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75630-CBBB-090A-1092-C466E1FF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ED2DD-09C4-F2F4-9B04-E611C75D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35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CFEB-CC4C-348B-3D3D-7D4AA8F9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B2DE6-3A9E-2984-01F0-C44BF3A3E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06CA1-EF32-04B8-00B4-F67CBB17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BF2CF-5D60-03E4-1DDE-74CB4E36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B9B0-C954-9F8E-E872-417A8181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22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AA097-E1B6-C72D-C3C3-F68897E06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ABFDD-15E4-269E-E3D2-BC63AF08C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C8F73-183B-65D1-2F64-E2C0B251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AA76B-D34D-CC3C-258E-260148B75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D284E-A1E6-1F64-20A2-5DA99456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0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623732-4E74-F6BD-55CC-91E82D30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E3CB0-9902-9220-5C40-148980766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D2ADD-E8E4-B79F-536F-018D35C60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647B8-B2BE-4015-8883-6A87E795C1C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17BD1-E931-04DA-D6B7-8F9DD6193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DCF94-8378-C173-47A6-DB13C1D9D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F24AB-B8D8-4FC1-A1DA-D550C629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34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C662-74EC-D652-D976-CB6A52938E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251C0-E420-4828-6103-539A9C885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1B595-0B57-2880-0A08-990DB7E85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F571-76BD-F04F-5F60-305FD561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5A60C-FDCC-31FA-09BC-067DD69ED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EF181-9B29-86DA-F16B-E0455EF2B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2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3B6C-ABDC-9E98-43F3-48BC3E7F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1B4C4-BC7E-F567-BAC3-34A565F5C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4B2CB-DB12-61FD-B71D-C92402F57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11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D5B8-5DBD-B5AA-52C9-EC586FD5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AC9B-3431-358A-A233-0BC18BE4E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D1FCF-1A64-1360-0FE4-770CEA08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2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9839-9D74-4BD0-757E-214DAC2EE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AC3B-C5F7-BBC7-DBFE-6213EAC1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6A567-5DEB-36DB-7A0D-F6A754036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9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F268-DD31-3932-D6CC-21B603AE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C0FF-24E3-5D01-9B2A-EAD8751DC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9B985-9449-C950-B21A-AB184255A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6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1E3B-4604-AAC2-64E0-F6BC6D18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71555-C7B0-0ECA-9249-E8FD4DE4B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62C9E-00B6-4A53-3F4A-9525EB444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34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D68B-3842-1A17-8CB1-ED66265C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F8221-DC8C-D454-7EBD-9E0B12E6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12FE6-17F6-BFF0-00AB-A009F32D4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9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0DF7-8F94-E350-2D04-78B5EC14C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DE6F9-5D96-5540-31FB-BC49D2B88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787D1-7574-7124-9F38-932F9C429A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34" t="26620" r="11916" b="22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8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814B7-82F0-C0D8-DBF2-A768EFA2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48F01-34F3-2062-32C8-2C428E922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F3D68-E0B7-2092-1889-417594B5C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1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8BBF-0794-8495-2C12-0473C0A4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E85C8-DC55-CE5F-84D8-144D92A3A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A1560-EAA8-894A-8CC9-CE98A25CC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52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3998-A290-5B48-9199-705A3755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00773-CA4B-02A6-38F2-9B64330F5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79BFA-1628-657C-FD88-DCB800F35C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23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2FD9-E22C-848D-1B8D-6FB96F48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D9975-5124-6D81-5564-881F5E77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87323-2D83-8344-D167-EC972124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34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B57C-BB54-102E-2825-FDC2DD65E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948C9-0443-8F6F-2BDB-8B6B0128D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9DF91-1A7E-0221-7893-D2D12114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8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13CC-DEA0-6B40-C597-7939CAAD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5B222-2DDC-0E8C-6A6C-EEE107C6C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00A0A-7084-CEAA-DDF5-BE49F12B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3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77694-8C5F-0D3E-F1F0-F9AFC6E2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7094-CB8A-15CE-D2C4-C126DC1B8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4BB77-76D3-790C-A08B-C986E73FE7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5" t="11112" r="6875" b="18074"/>
          <a:stretch>
            <a:fillRect/>
          </a:stretch>
        </p:blipFill>
        <p:spPr>
          <a:xfrm>
            <a:off x="4467" y="0"/>
            <a:ext cx="12187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72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90E6-39A6-2E08-CD48-BCA309B7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4199-3E4F-4A52-B90D-6204F8EE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C03FC-342C-B0F1-FBC8-E769BB00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7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E065-0ECC-0C80-0B87-D643FD18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754C-0753-2D86-16CC-8F679E854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AAB13-048E-EAAA-C939-641B4E0DA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93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26FC-F447-A701-8115-A984FE12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DF9A4-E68B-DCF4-BDB8-C6104761F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1EC35-57C0-7487-EFD3-A24BD2B0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6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DX003B9X@outlook.com</dc:creator>
  <cp:lastModifiedBy>DX003B9X@outlook.com</cp:lastModifiedBy>
  <cp:revision>1</cp:revision>
  <dcterms:created xsi:type="dcterms:W3CDTF">2026-10-23T20:15:48Z</dcterms:created>
  <dcterms:modified xsi:type="dcterms:W3CDTF">2026-10-23T20:15:58Z</dcterms:modified>
</cp:coreProperties>
</file>